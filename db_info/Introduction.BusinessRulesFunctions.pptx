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0" r:id="rId5"/>
    <p:sldId id="258" r:id="rId6"/>
    <p:sldId id="259" r:id="rId7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C8623E-C4CB-4F62-85DC-408F23042759}" v="2" dt="2026-01-12T17:32:04.9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C91012C-7DDA-0E7C-5A22-7107BD524E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C945CC1D-CABD-0AA0-8F54-A3D7DEFD9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B11BE0C-1A60-1F02-2DF3-8CBDC0749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6B4A2-CFD2-42BD-A7ED-FDF886152FA1}" type="datetimeFigureOut">
              <a:rPr lang="tr-TR" smtClean="0"/>
              <a:t>12.01.2026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D579DEC-D3E4-069D-71BF-86BFD5D97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795E866-8EA8-4100-1390-62A92CA4F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BA3BD-6E7A-4573-AAF7-D973660C417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08210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1C56FF7-511E-5F31-AE5A-D600DF7F5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373D1E9-D488-8D06-8030-43946EDB9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18E49B6-BD15-F4CB-F69D-8BEF885FB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6B4A2-CFD2-42BD-A7ED-FDF886152FA1}" type="datetimeFigureOut">
              <a:rPr lang="tr-TR" smtClean="0"/>
              <a:t>12.01.2026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3657D27-CFDB-AC9F-48AE-5C1176B7C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83E0666-F6F9-F2FC-27A6-93746B533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BA3BD-6E7A-4573-AAF7-D973660C417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00909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3D139ED-9EF6-C13E-C594-CEB1971D4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16819D13-17CF-ED03-4DAE-1C949F752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240E9DE-8DF4-F6B2-099B-9EFB42740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6B4A2-CFD2-42BD-A7ED-FDF886152FA1}" type="datetimeFigureOut">
              <a:rPr lang="tr-TR" smtClean="0"/>
              <a:t>12.01.2026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32FBB3E-B8C3-5859-A7EF-4A90BC4BA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322712F-2AAB-2990-D0F3-71F619814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BA3BD-6E7A-4573-AAF7-D973660C417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9837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080A24F-F21D-4334-7E42-93EBA7EEA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AA71E1E-F60D-86A4-CED2-96C5282D76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477776F8-2DAD-E082-CC03-99BB9D0C19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272F27ED-CF13-CA1A-76B9-D56F2D529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6B4A2-CFD2-42BD-A7ED-FDF886152FA1}" type="datetimeFigureOut">
              <a:rPr lang="tr-TR" smtClean="0"/>
              <a:t>12.01.2026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103949E2-3539-1394-EBFA-D74A11D73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F37E07F1-416F-BBF5-1C3D-7CB349F17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BA3BD-6E7A-4573-AAF7-D973660C417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77971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2DAAD9D-AC9D-2917-F1D8-ED5D49B5E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41712172-F7C9-248F-DCC2-F94171F94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F602F1E5-F707-DDBF-885A-DDC8C8E057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E33FF6FD-B371-8DCD-18F6-55E9CB59D6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D693348C-9C94-3A43-FF51-7195460191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C00934BD-AD23-9AC9-9C9E-0AEC28779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6B4A2-CFD2-42BD-A7ED-FDF886152FA1}" type="datetimeFigureOut">
              <a:rPr lang="tr-TR" smtClean="0"/>
              <a:t>12.01.2026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989F15A8-B277-3202-CBDC-44B41F1B4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4C68CEDB-3D39-C231-EB54-9F1B893B7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BA3BD-6E7A-4573-AAF7-D973660C417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55267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FE2EB8B-5AD2-5C00-0F0D-6BD811828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1B8968C7-AB65-D986-065B-B597D3DC6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6B4A2-CFD2-42BD-A7ED-FDF886152FA1}" type="datetimeFigureOut">
              <a:rPr lang="tr-TR" smtClean="0"/>
              <a:t>12.01.2026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C80858D9-BB78-080D-37BA-5441431B0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272F0E72-B87D-993E-BFA2-E0774A847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BA3BD-6E7A-4573-AAF7-D973660C417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60544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BE3BF584-784B-2B23-CD11-0389A2C4B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6B4A2-CFD2-42BD-A7ED-FDF886152FA1}" type="datetimeFigureOut">
              <a:rPr lang="tr-TR" smtClean="0"/>
              <a:t>12.01.2026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E8C61993-29A3-6EAE-2A96-723FD0F48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C5B89404-0674-A5E3-79E4-1C5997F02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BA3BD-6E7A-4573-AAF7-D973660C417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86559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297D1BF-35F4-5687-CBA3-E99BC04A1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85419DD-801C-AF58-FAE8-4057C7DB99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EE024F12-DD1F-151E-6DE3-17217FA0E3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7F461EEB-F3C6-C27B-9809-B2FFC30FE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6B4A2-CFD2-42BD-A7ED-FDF886152FA1}" type="datetimeFigureOut">
              <a:rPr lang="tr-TR" smtClean="0"/>
              <a:t>12.01.2026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3DE714EA-9AA5-B5D0-6E92-E0FCCA555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F019927C-4B2A-65AD-4645-ABB48CA2C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BA3BD-6E7A-4573-AAF7-D973660C417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49485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250F6B0-C08E-C7E6-ED0D-6DB55AD8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A8AF3B8C-5CFA-85DD-D8DB-56D3583614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8E82F5BB-1C82-B284-9CDC-C8670F718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32F85824-4FC6-C228-3713-4B29DD125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6B4A2-CFD2-42BD-A7ED-FDF886152FA1}" type="datetimeFigureOut">
              <a:rPr lang="tr-TR" smtClean="0"/>
              <a:t>12.01.2026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0356D8FF-6BA1-9450-9E39-03621AB10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3857FAAD-B729-EE4D-9D56-6663A41F3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BA3BD-6E7A-4573-AAF7-D973660C417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83258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90241FA-A03A-6A2E-BCE2-D8103507E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0375CA2F-A8FD-B87C-0E8C-AA3AD8F52E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06CE38B-BC9B-4C3E-A769-E1E91AC61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6B4A2-CFD2-42BD-A7ED-FDF886152FA1}" type="datetimeFigureOut">
              <a:rPr lang="tr-TR" smtClean="0"/>
              <a:t>12.01.2026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F6092D2-6A32-0F78-B11A-9871380A8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0A52E05-37A7-45BA-BC4D-DC232C9B5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BA3BD-6E7A-4573-AAF7-D973660C417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33051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E5A0C7C3-E745-6F0A-3499-A5A6B3F54B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071F7FD8-D00C-012C-6F5A-A9F10D9178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08D57A9-3C13-E787-7790-7D91158E6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6B4A2-CFD2-42BD-A7ED-FDF886152FA1}" type="datetimeFigureOut">
              <a:rPr lang="tr-TR" smtClean="0"/>
              <a:t>12.01.2026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5DA5CBB-831D-AB7F-DDBA-61B95F208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C91DF67-D6CD-7068-1292-33001C35A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BA3BD-6E7A-4573-AAF7-D973660C417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49253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E5D847F6-77A7-DA5D-B0DB-B5437B683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9A981C32-5740-16C1-3CB6-EE13D752A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DB5F2DA-9520-1A9E-5558-34E4394327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26B4A2-CFD2-42BD-A7ED-FDF886152FA1}" type="datetimeFigureOut">
              <a:rPr lang="tr-TR" smtClean="0"/>
              <a:t>12.01.2026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BE65B9B-5504-0517-6D23-3AB32F8A10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0EAD04A-21B9-6917-1DBF-779E7F7FF9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8BA3BD-6E7A-4573-AAF7-D973660C417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34759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-tuna.parlak@ogr.sakarya.edu.tr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0ECCFD0-1BF5-002C-0475-0BC92C96B9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432" y="2330690"/>
            <a:ext cx="11308080" cy="1546939"/>
          </a:xfrm>
        </p:spPr>
        <p:txBody>
          <a:bodyPr>
            <a:normAutofit fontScale="90000"/>
          </a:bodyPr>
          <a:lstStyle/>
          <a:p>
            <a:r>
              <a:rPr lang="tr-TR" sz="2800" dirty="0"/>
              <a:t>Tuna Parlak B221202022  </a:t>
            </a:r>
            <a:r>
              <a:rPr lang="tr-TR" sz="2800" dirty="0">
                <a:hlinkClick r:id="rId2"/>
              </a:rPr>
              <a:t>- tuna.parlak@ogr.sakarya.edu.tr</a:t>
            </a:r>
            <a:br>
              <a:rPr lang="tr-TR" sz="2800" dirty="0"/>
            </a:br>
            <a:br>
              <a:rPr lang="tr-TR" sz="2800" dirty="0"/>
            </a:br>
            <a:br>
              <a:rPr lang="tr-TR" sz="2800" dirty="0"/>
            </a:br>
            <a:endParaRPr lang="tr-TR" sz="2800" dirty="0"/>
          </a:p>
        </p:txBody>
      </p:sp>
    </p:spTree>
    <p:extLst>
      <p:ext uri="{BB962C8B-B14F-4D97-AF65-F5344CB8AC3E}">
        <p14:creationId xmlns:p14="http://schemas.microsoft.com/office/powerpoint/2010/main" val="4230850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39DEAC2-FF45-214A-7BEC-68AC09659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Introduction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Problem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8BCA230-89D9-27DA-356D-AEC4999B2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dirty="0"/>
              <a:t>A </a:t>
            </a:r>
            <a:r>
              <a:rPr lang="tr-TR" dirty="0" err="1"/>
              <a:t>tech</a:t>
            </a:r>
            <a:r>
              <a:rPr lang="tr-TR" dirty="0"/>
              <a:t> </a:t>
            </a:r>
            <a:r>
              <a:rPr lang="tr-TR" dirty="0" err="1"/>
              <a:t>company</a:t>
            </a:r>
            <a:r>
              <a:rPr lang="tr-TR" dirty="0"/>
              <a:t> </a:t>
            </a:r>
            <a:r>
              <a:rPr lang="tr-TR" dirty="0" err="1"/>
              <a:t>sales</a:t>
            </a:r>
            <a:r>
              <a:rPr lang="tr-TR" dirty="0"/>
              <a:t> </a:t>
            </a:r>
            <a:r>
              <a:rPr lang="tr-TR" dirty="0" err="1"/>
              <a:t>different</a:t>
            </a:r>
            <a:r>
              <a:rPr lang="tr-TR" dirty="0"/>
              <a:t> </a:t>
            </a:r>
            <a:r>
              <a:rPr lang="tr-TR" dirty="0" err="1"/>
              <a:t>models</a:t>
            </a:r>
            <a:r>
              <a:rPr lang="tr-TR" dirty="0"/>
              <a:t> of </a:t>
            </a:r>
            <a:r>
              <a:rPr lang="tr-TR" dirty="0" err="1"/>
              <a:t>computers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telephone.Company</a:t>
            </a:r>
            <a:r>
              <a:rPr lang="tr-TR" dirty="0"/>
              <a:t> </a:t>
            </a:r>
            <a:r>
              <a:rPr lang="tr-TR" dirty="0" err="1"/>
              <a:t>wants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store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manage</a:t>
            </a:r>
            <a:r>
              <a:rPr lang="tr-TR" dirty="0"/>
              <a:t> </a:t>
            </a:r>
            <a:r>
              <a:rPr lang="tr-TR" dirty="0" err="1"/>
              <a:t>some</a:t>
            </a:r>
            <a:r>
              <a:rPr lang="tr-TR" dirty="0"/>
              <a:t> </a:t>
            </a:r>
            <a:r>
              <a:rPr lang="tr-TR" dirty="0" err="1"/>
              <a:t>iformation</a:t>
            </a:r>
            <a:r>
              <a:rPr lang="tr-TR" dirty="0"/>
              <a:t> </a:t>
            </a:r>
            <a:r>
              <a:rPr lang="tr-TR" dirty="0" err="1"/>
              <a:t>about</a:t>
            </a:r>
            <a:r>
              <a:rPr lang="tr-TR" dirty="0"/>
              <a:t> </a:t>
            </a:r>
            <a:r>
              <a:rPr lang="tr-TR" dirty="0" err="1"/>
              <a:t>their</a:t>
            </a:r>
            <a:r>
              <a:rPr lang="tr-TR" dirty="0"/>
              <a:t> </a:t>
            </a:r>
            <a:r>
              <a:rPr lang="tr-TR" dirty="0" err="1"/>
              <a:t>employees</a:t>
            </a:r>
            <a:r>
              <a:rPr lang="tr-TR" dirty="0"/>
              <a:t>, </a:t>
            </a:r>
            <a:r>
              <a:rPr lang="tr-TR" dirty="0" err="1"/>
              <a:t>products</a:t>
            </a:r>
            <a:r>
              <a:rPr lang="tr-TR" dirty="0"/>
              <a:t>, </a:t>
            </a:r>
            <a:r>
              <a:rPr lang="tr-TR" dirty="0" err="1"/>
              <a:t>suppliers</a:t>
            </a:r>
            <a:r>
              <a:rPr lang="tr-TR" dirty="0"/>
              <a:t>, </a:t>
            </a:r>
            <a:r>
              <a:rPr lang="tr-TR" dirty="0" err="1"/>
              <a:t>orders</a:t>
            </a:r>
            <a:r>
              <a:rPr lang="tr-TR" dirty="0"/>
              <a:t>, </a:t>
            </a:r>
            <a:r>
              <a:rPr lang="tr-TR" dirty="0" err="1"/>
              <a:t>customers</a:t>
            </a:r>
            <a:r>
              <a:rPr lang="tr-TR" dirty="0"/>
              <a:t>  </a:t>
            </a:r>
            <a:r>
              <a:rPr lang="tr-TR" dirty="0" err="1"/>
              <a:t>etc</a:t>
            </a:r>
            <a:r>
              <a:rPr lang="tr-TR" dirty="0"/>
              <a:t>.</a:t>
            </a:r>
          </a:p>
          <a:p>
            <a:pPr marL="0" indent="0">
              <a:buNone/>
            </a:pPr>
            <a:r>
              <a:rPr lang="tr-TR" dirty="0" err="1"/>
              <a:t>Company</a:t>
            </a:r>
            <a:r>
              <a:rPr lang="tr-TR" dirty="0"/>
              <a:t> </a:t>
            </a:r>
            <a:r>
              <a:rPr lang="tr-TR" dirty="0" err="1"/>
              <a:t>wants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calculate</a:t>
            </a:r>
            <a:r>
              <a:rPr lang="tr-TR" dirty="0"/>
              <a:t> </a:t>
            </a:r>
            <a:r>
              <a:rPr lang="tr-TR" dirty="0" err="1"/>
              <a:t>automatically</a:t>
            </a:r>
            <a:r>
              <a:rPr lang="tr-TR" dirty="0"/>
              <a:t> </a:t>
            </a:r>
            <a:r>
              <a:rPr lang="tr-TR" dirty="0" err="1"/>
              <a:t>orders</a:t>
            </a:r>
            <a:r>
              <a:rPr lang="tr-TR" dirty="0"/>
              <a:t> total </a:t>
            </a:r>
            <a:r>
              <a:rPr lang="tr-TR" dirty="0" err="1"/>
              <a:t>price</a:t>
            </a:r>
            <a:r>
              <a:rPr lang="tr-TR" dirty="0"/>
              <a:t>, </a:t>
            </a:r>
            <a:r>
              <a:rPr lang="tr-TR" dirty="0" err="1"/>
              <a:t>employees</a:t>
            </a:r>
            <a:r>
              <a:rPr lang="tr-TR" dirty="0"/>
              <a:t> </a:t>
            </a:r>
            <a:r>
              <a:rPr lang="tr-TR" dirty="0" err="1"/>
              <a:t>bonuses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stock</a:t>
            </a:r>
            <a:r>
              <a:rPr lang="tr-TR" dirty="0"/>
              <a:t> </a:t>
            </a:r>
            <a:r>
              <a:rPr lang="tr-TR" dirty="0" err="1"/>
              <a:t>quantity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Automatic</a:t>
            </a:r>
            <a:r>
              <a:rPr lang="tr-TR" dirty="0"/>
              <a:t> </a:t>
            </a:r>
            <a:r>
              <a:rPr lang="tr-TR" dirty="0" err="1"/>
              <a:t>generation</a:t>
            </a:r>
            <a:r>
              <a:rPr lang="tr-TR" dirty="0"/>
              <a:t> of </a:t>
            </a:r>
            <a:r>
              <a:rPr lang="tr-TR" dirty="0" err="1"/>
              <a:t>order</a:t>
            </a:r>
            <a:r>
              <a:rPr lang="tr-TR" dirty="0"/>
              <a:t> </a:t>
            </a:r>
            <a:r>
              <a:rPr lang="tr-TR" dirty="0" err="1"/>
              <a:t>date</a:t>
            </a:r>
            <a:r>
              <a:rPr lang="tr-T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59551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şlık 3">
            <a:extLst>
              <a:ext uri="{FF2B5EF4-FFF2-40B4-BE49-F238E27FC236}">
                <a16:creationId xmlns:a16="http://schemas.microsoft.com/office/drawing/2014/main" id="{18BE4033-A2D0-BB1E-D383-816E38098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Business Rules</a:t>
            </a:r>
          </a:p>
        </p:txBody>
      </p:sp>
      <p:sp>
        <p:nvSpPr>
          <p:cNvPr id="5" name="İçerik Yer Tutucusu 4">
            <a:extLst>
              <a:ext uri="{FF2B5EF4-FFF2-40B4-BE49-F238E27FC236}">
                <a16:creationId xmlns:a16="http://schemas.microsoft.com/office/drawing/2014/main" id="{13D509A9-B995-C050-22F3-09F8FE80E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tr-TR" dirty="0" err="1"/>
              <a:t>Products</a:t>
            </a:r>
            <a:r>
              <a:rPr lang="tr-TR" dirty="0"/>
              <a:t> </a:t>
            </a:r>
            <a:r>
              <a:rPr lang="tr-TR" dirty="0" err="1"/>
              <a:t>have</a:t>
            </a:r>
            <a:r>
              <a:rPr lang="tr-TR" dirty="0"/>
              <a:t> a </a:t>
            </a:r>
            <a:r>
              <a:rPr lang="tr-TR" dirty="0" err="1"/>
              <a:t>code</a:t>
            </a:r>
            <a:r>
              <a:rPr lang="tr-TR" dirty="0"/>
              <a:t>, model, </a:t>
            </a:r>
            <a:r>
              <a:rPr lang="tr-TR" dirty="0" err="1"/>
              <a:t>price</a:t>
            </a:r>
            <a:r>
              <a:rPr lang="tr-TR" dirty="0"/>
              <a:t> , </a:t>
            </a:r>
            <a:r>
              <a:rPr lang="tr-TR" dirty="0" err="1"/>
              <a:t>brand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type</a:t>
            </a:r>
            <a:r>
              <a:rPr lang="tr-TR" dirty="0"/>
              <a:t> (</a:t>
            </a:r>
            <a:r>
              <a:rPr lang="tr-TR" dirty="0" err="1"/>
              <a:t>telephone</a:t>
            </a:r>
            <a:r>
              <a:rPr lang="tr-TR" dirty="0"/>
              <a:t> </a:t>
            </a:r>
            <a:r>
              <a:rPr lang="tr-TR" dirty="0" err="1"/>
              <a:t>or</a:t>
            </a:r>
            <a:r>
              <a:rPr lang="tr-TR" dirty="0"/>
              <a:t> </a:t>
            </a:r>
            <a:r>
              <a:rPr lang="tr-TR" dirty="0" err="1"/>
              <a:t>computer</a:t>
            </a:r>
            <a:r>
              <a:rPr lang="tr-TR" dirty="0"/>
              <a:t>) </a:t>
            </a:r>
            <a:r>
              <a:rPr lang="tr-TR" dirty="0" err="1"/>
              <a:t>information</a:t>
            </a:r>
            <a:r>
              <a:rPr lang="tr-TR" dirty="0"/>
              <a:t>.</a:t>
            </a:r>
          </a:p>
          <a:p>
            <a:r>
              <a:rPr lang="tr-TR" dirty="0"/>
              <a:t>A </a:t>
            </a:r>
            <a:r>
              <a:rPr lang="tr-TR" dirty="0" err="1"/>
              <a:t>product</a:t>
            </a:r>
            <a:r>
              <a:rPr lang="tr-TR" dirty="0"/>
              <a:t> can be </a:t>
            </a:r>
            <a:r>
              <a:rPr lang="tr-TR" dirty="0" err="1"/>
              <a:t>telephone</a:t>
            </a:r>
            <a:r>
              <a:rPr lang="tr-TR" dirty="0"/>
              <a:t> </a:t>
            </a:r>
            <a:r>
              <a:rPr lang="tr-TR" dirty="0" err="1"/>
              <a:t>or</a:t>
            </a:r>
            <a:r>
              <a:rPr lang="tr-TR" dirty="0"/>
              <a:t> </a:t>
            </a:r>
            <a:r>
              <a:rPr lang="tr-TR" dirty="0" err="1"/>
              <a:t>computer</a:t>
            </a:r>
            <a:r>
              <a:rPr lang="tr-TR" dirty="0"/>
              <a:t> </a:t>
            </a:r>
            <a:r>
              <a:rPr lang="tr-TR" dirty="0" err="1"/>
              <a:t>if</a:t>
            </a:r>
            <a:r>
              <a:rPr lang="tr-TR" dirty="0"/>
              <a:t> it is </a:t>
            </a:r>
            <a:r>
              <a:rPr lang="tr-TR" dirty="0" err="1"/>
              <a:t>telephone</a:t>
            </a:r>
            <a:r>
              <a:rPr lang="tr-TR" dirty="0"/>
              <a:t> </a:t>
            </a:r>
            <a:r>
              <a:rPr lang="tr-TR" dirty="0" err="1"/>
              <a:t>operating</a:t>
            </a:r>
            <a:r>
              <a:rPr lang="tr-TR" dirty="0"/>
              <a:t> </a:t>
            </a:r>
            <a:r>
              <a:rPr lang="tr-TR" dirty="0" err="1"/>
              <a:t>system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if</a:t>
            </a:r>
            <a:r>
              <a:rPr lang="tr-TR" dirty="0"/>
              <a:t> it is </a:t>
            </a:r>
            <a:r>
              <a:rPr lang="tr-TR" dirty="0" err="1"/>
              <a:t>compute</a:t>
            </a:r>
            <a:r>
              <a:rPr lang="tr-TR" dirty="0"/>
              <a:t> </a:t>
            </a:r>
            <a:r>
              <a:rPr lang="tr-TR" dirty="0" err="1"/>
              <a:t>type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computer</a:t>
            </a:r>
            <a:r>
              <a:rPr lang="tr-TR" dirty="0"/>
              <a:t> </a:t>
            </a:r>
            <a:r>
              <a:rPr lang="tr-TR" dirty="0" err="1"/>
              <a:t>information</a:t>
            </a:r>
            <a:r>
              <a:rPr lang="tr-TR" dirty="0"/>
              <a:t> </a:t>
            </a:r>
            <a:r>
              <a:rPr lang="tr-TR" dirty="0" err="1"/>
              <a:t>should</a:t>
            </a:r>
            <a:r>
              <a:rPr lang="tr-TR" dirty="0"/>
              <a:t> be </a:t>
            </a:r>
            <a:r>
              <a:rPr lang="tr-TR" dirty="0" err="1"/>
              <a:t>recorded</a:t>
            </a:r>
            <a:r>
              <a:rPr lang="tr-TR" dirty="0"/>
              <a:t>.</a:t>
            </a:r>
          </a:p>
          <a:p>
            <a:r>
              <a:rPr lang="tr-TR" dirty="0"/>
              <a:t>Suppliers </a:t>
            </a:r>
            <a:r>
              <a:rPr lang="tr-TR" dirty="0" err="1"/>
              <a:t>have</a:t>
            </a:r>
            <a:r>
              <a:rPr lang="tr-TR" dirty="0"/>
              <a:t> </a:t>
            </a:r>
            <a:r>
              <a:rPr lang="tr-TR" dirty="0" err="1"/>
              <a:t>code</a:t>
            </a:r>
            <a:r>
              <a:rPr lang="tr-TR" dirty="0"/>
              <a:t>, name, </a:t>
            </a:r>
            <a:r>
              <a:rPr lang="tr-TR" dirty="0" err="1"/>
              <a:t>address</a:t>
            </a:r>
            <a:r>
              <a:rPr lang="tr-TR" dirty="0"/>
              <a:t>, </a:t>
            </a:r>
            <a:r>
              <a:rPr lang="tr-TR" dirty="0" err="1"/>
              <a:t>city</a:t>
            </a:r>
            <a:r>
              <a:rPr lang="tr-TR" dirty="0"/>
              <a:t>, </a:t>
            </a:r>
            <a:r>
              <a:rPr lang="tr-TR" dirty="0" err="1"/>
              <a:t>email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phone</a:t>
            </a:r>
            <a:r>
              <a:rPr lang="tr-TR" dirty="0"/>
              <a:t> </a:t>
            </a:r>
            <a:r>
              <a:rPr lang="tr-TR" dirty="0" err="1"/>
              <a:t>information</a:t>
            </a:r>
            <a:r>
              <a:rPr lang="tr-TR" dirty="0"/>
              <a:t>.</a:t>
            </a:r>
          </a:p>
          <a:p>
            <a:r>
              <a:rPr lang="tr-TR" dirty="0"/>
              <a:t>A </a:t>
            </a:r>
            <a:r>
              <a:rPr lang="tr-TR" dirty="0" err="1"/>
              <a:t>product</a:t>
            </a:r>
            <a:r>
              <a:rPr lang="tr-TR" dirty="0"/>
              <a:t> can be </a:t>
            </a:r>
            <a:r>
              <a:rPr lang="tr-TR" dirty="0" err="1"/>
              <a:t>supply</a:t>
            </a:r>
            <a:r>
              <a:rPr lang="tr-TR" dirty="0"/>
              <a:t> </a:t>
            </a:r>
            <a:r>
              <a:rPr lang="tr-TR" dirty="0" err="1"/>
              <a:t>many</a:t>
            </a:r>
            <a:r>
              <a:rPr lang="tr-TR" dirty="0"/>
              <a:t> </a:t>
            </a:r>
            <a:r>
              <a:rPr lang="tr-TR" dirty="0" err="1"/>
              <a:t>suppliers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a </a:t>
            </a:r>
            <a:r>
              <a:rPr lang="tr-TR" dirty="0" err="1"/>
              <a:t>supplier</a:t>
            </a:r>
            <a:r>
              <a:rPr lang="tr-TR" dirty="0"/>
              <a:t> can </a:t>
            </a:r>
            <a:r>
              <a:rPr lang="tr-TR" dirty="0" err="1"/>
              <a:t>supply</a:t>
            </a:r>
            <a:r>
              <a:rPr lang="tr-TR" dirty="0"/>
              <a:t> </a:t>
            </a:r>
            <a:r>
              <a:rPr lang="tr-TR" dirty="0" err="1"/>
              <a:t>many</a:t>
            </a:r>
            <a:r>
              <a:rPr lang="tr-TR" dirty="0"/>
              <a:t> </a:t>
            </a:r>
            <a:r>
              <a:rPr lang="tr-TR" dirty="0" err="1"/>
              <a:t>products</a:t>
            </a:r>
            <a:r>
              <a:rPr lang="tr-TR" dirty="0"/>
              <a:t>.</a:t>
            </a:r>
          </a:p>
          <a:p>
            <a:r>
              <a:rPr lang="tr-TR" dirty="0" err="1"/>
              <a:t>Stores</a:t>
            </a:r>
            <a:r>
              <a:rPr lang="tr-TR" dirty="0"/>
              <a:t> </a:t>
            </a:r>
            <a:r>
              <a:rPr lang="tr-TR" dirty="0" err="1"/>
              <a:t>have</a:t>
            </a:r>
            <a:r>
              <a:rPr lang="tr-TR" dirty="0"/>
              <a:t> a </a:t>
            </a:r>
            <a:r>
              <a:rPr lang="tr-TR" dirty="0" err="1"/>
              <a:t>code</a:t>
            </a:r>
            <a:r>
              <a:rPr lang="tr-TR" dirty="0"/>
              <a:t>, name, </a:t>
            </a:r>
            <a:r>
              <a:rPr lang="tr-TR" dirty="0" err="1"/>
              <a:t>email</a:t>
            </a:r>
            <a:r>
              <a:rPr lang="tr-TR" dirty="0"/>
              <a:t>, </a:t>
            </a:r>
            <a:r>
              <a:rPr lang="tr-TR" dirty="0" err="1"/>
              <a:t>city</a:t>
            </a:r>
            <a:r>
              <a:rPr lang="tr-TR" dirty="0"/>
              <a:t>, </a:t>
            </a:r>
            <a:r>
              <a:rPr lang="tr-TR" dirty="0" err="1"/>
              <a:t>phone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address</a:t>
            </a:r>
            <a:r>
              <a:rPr lang="tr-TR" dirty="0"/>
              <a:t> </a:t>
            </a:r>
            <a:r>
              <a:rPr lang="tr-TR" dirty="0" err="1"/>
              <a:t>information</a:t>
            </a:r>
            <a:r>
              <a:rPr lang="tr-TR" dirty="0"/>
              <a:t>.</a:t>
            </a:r>
          </a:p>
          <a:p>
            <a:r>
              <a:rPr lang="tr-TR" dirty="0"/>
              <a:t>A </a:t>
            </a:r>
            <a:r>
              <a:rPr lang="tr-TR" dirty="0" err="1"/>
              <a:t>product</a:t>
            </a:r>
            <a:r>
              <a:rPr lang="tr-TR" dirty="0"/>
              <a:t> can be in </a:t>
            </a:r>
            <a:r>
              <a:rPr lang="tr-TR" dirty="0" err="1"/>
              <a:t>many</a:t>
            </a:r>
            <a:r>
              <a:rPr lang="tr-TR" dirty="0"/>
              <a:t> </a:t>
            </a:r>
            <a:r>
              <a:rPr lang="tr-TR" dirty="0" err="1"/>
              <a:t>stores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a </a:t>
            </a:r>
            <a:r>
              <a:rPr lang="tr-TR" dirty="0" err="1"/>
              <a:t>store</a:t>
            </a:r>
            <a:r>
              <a:rPr lang="tr-TR" dirty="0"/>
              <a:t> can </a:t>
            </a:r>
            <a:r>
              <a:rPr lang="tr-TR" dirty="0" err="1"/>
              <a:t>have</a:t>
            </a:r>
            <a:r>
              <a:rPr lang="tr-TR" dirty="0"/>
              <a:t> </a:t>
            </a:r>
            <a:r>
              <a:rPr lang="tr-TR" dirty="0" err="1"/>
              <a:t>many</a:t>
            </a:r>
            <a:r>
              <a:rPr lang="tr-TR" dirty="0"/>
              <a:t> </a:t>
            </a:r>
            <a:r>
              <a:rPr lang="tr-TR" dirty="0" err="1"/>
              <a:t>products</a:t>
            </a:r>
            <a:r>
              <a:rPr lang="tr-TR" dirty="0"/>
              <a:t>.</a:t>
            </a:r>
          </a:p>
          <a:p>
            <a:r>
              <a:rPr lang="tr-TR" dirty="0" err="1"/>
              <a:t>Products</a:t>
            </a:r>
            <a:r>
              <a:rPr lang="tr-TR" dirty="0"/>
              <a:t> </a:t>
            </a:r>
            <a:r>
              <a:rPr lang="tr-TR" dirty="0" err="1"/>
              <a:t>stock</a:t>
            </a:r>
            <a:r>
              <a:rPr lang="tr-TR" dirty="0"/>
              <a:t> </a:t>
            </a:r>
            <a:r>
              <a:rPr lang="tr-TR" dirty="0" err="1"/>
              <a:t>quantity</a:t>
            </a:r>
            <a:r>
              <a:rPr lang="tr-TR" dirty="0"/>
              <a:t> </a:t>
            </a:r>
            <a:r>
              <a:rPr lang="tr-TR" dirty="0" err="1"/>
              <a:t>may</a:t>
            </a:r>
            <a:r>
              <a:rPr lang="tr-TR" dirty="0"/>
              <a:t> be </a:t>
            </a:r>
            <a:r>
              <a:rPr lang="tr-TR" dirty="0" err="1"/>
              <a:t>different</a:t>
            </a:r>
            <a:r>
              <a:rPr lang="tr-TR" dirty="0"/>
              <a:t> in </a:t>
            </a:r>
            <a:r>
              <a:rPr lang="tr-TR" dirty="0" err="1"/>
              <a:t>different</a:t>
            </a:r>
            <a:r>
              <a:rPr lang="tr-TR" dirty="0"/>
              <a:t> </a:t>
            </a:r>
            <a:r>
              <a:rPr lang="tr-TR" dirty="0" err="1"/>
              <a:t>stores</a:t>
            </a:r>
            <a:r>
              <a:rPr lang="tr-TR" dirty="0"/>
              <a:t> </a:t>
            </a:r>
            <a:r>
              <a:rPr lang="tr-TR" dirty="0" err="1"/>
              <a:t>this</a:t>
            </a:r>
            <a:r>
              <a:rPr lang="tr-TR" dirty="0"/>
              <a:t> </a:t>
            </a:r>
            <a:r>
              <a:rPr lang="tr-TR" dirty="0" err="1"/>
              <a:t>information</a:t>
            </a:r>
            <a:r>
              <a:rPr lang="tr-TR" dirty="0"/>
              <a:t> </a:t>
            </a:r>
            <a:r>
              <a:rPr lang="tr-TR" dirty="0" err="1"/>
              <a:t>should</a:t>
            </a:r>
            <a:r>
              <a:rPr lang="tr-TR" dirty="0"/>
              <a:t> be </a:t>
            </a:r>
            <a:r>
              <a:rPr lang="tr-TR" dirty="0" err="1"/>
              <a:t>recorded</a:t>
            </a:r>
            <a:r>
              <a:rPr lang="tr-TR" dirty="0"/>
              <a:t>.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10944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D8DE2AC-20F7-CCAD-154D-21E296440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894" y="134224"/>
            <a:ext cx="11618752" cy="6551802"/>
          </a:xfrm>
        </p:spPr>
        <p:txBody>
          <a:bodyPr/>
          <a:lstStyle/>
          <a:p>
            <a:endParaRPr lang="tr-TR" dirty="0"/>
          </a:p>
          <a:p>
            <a:r>
              <a:rPr lang="tr-TR" dirty="0" err="1"/>
              <a:t>Employees</a:t>
            </a:r>
            <a:r>
              <a:rPr lang="tr-TR" dirty="0"/>
              <a:t> </a:t>
            </a:r>
            <a:r>
              <a:rPr lang="tr-TR" dirty="0" err="1"/>
              <a:t>have</a:t>
            </a:r>
            <a:r>
              <a:rPr lang="tr-TR" dirty="0"/>
              <a:t> a </a:t>
            </a:r>
            <a:r>
              <a:rPr lang="tr-TR" dirty="0" err="1"/>
              <a:t>code</a:t>
            </a:r>
            <a:r>
              <a:rPr lang="tr-TR" dirty="0"/>
              <a:t>, name, </a:t>
            </a:r>
            <a:r>
              <a:rPr lang="tr-TR" dirty="0" err="1"/>
              <a:t>position</a:t>
            </a:r>
            <a:r>
              <a:rPr lang="tr-TR" dirty="0"/>
              <a:t>, </a:t>
            </a:r>
            <a:r>
              <a:rPr lang="tr-TR" dirty="0" err="1"/>
              <a:t>salary</a:t>
            </a:r>
            <a:r>
              <a:rPr lang="tr-TR" dirty="0"/>
              <a:t>, </a:t>
            </a:r>
            <a:r>
              <a:rPr lang="tr-TR" dirty="0" err="1"/>
              <a:t>hiredate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bonus </a:t>
            </a:r>
            <a:r>
              <a:rPr lang="tr-TR" dirty="0" err="1"/>
              <a:t>payments</a:t>
            </a:r>
            <a:r>
              <a:rPr lang="tr-TR" dirty="0"/>
              <a:t> </a:t>
            </a:r>
            <a:r>
              <a:rPr lang="tr-TR" dirty="0" err="1"/>
              <a:t>information</a:t>
            </a:r>
            <a:r>
              <a:rPr lang="tr-TR" dirty="0"/>
              <a:t>.</a:t>
            </a:r>
          </a:p>
          <a:p>
            <a:r>
              <a:rPr lang="tr-TR" dirty="0"/>
              <a:t>An </a:t>
            </a:r>
            <a:r>
              <a:rPr lang="tr-TR" dirty="0" err="1"/>
              <a:t>employee</a:t>
            </a:r>
            <a:r>
              <a:rPr lang="tr-TR" dirty="0"/>
              <a:t> can be in </a:t>
            </a:r>
            <a:r>
              <a:rPr lang="tr-TR" dirty="0" err="1"/>
              <a:t>one</a:t>
            </a:r>
            <a:r>
              <a:rPr lang="tr-TR" dirty="0"/>
              <a:t> </a:t>
            </a:r>
            <a:r>
              <a:rPr lang="tr-TR" dirty="0" err="1"/>
              <a:t>store</a:t>
            </a:r>
            <a:r>
              <a:rPr lang="tr-TR" dirty="0"/>
              <a:t> but a </a:t>
            </a:r>
            <a:r>
              <a:rPr lang="tr-TR" dirty="0" err="1"/>
              <a:t>store</a:t>
            </a:r>
            <a:r>
              <a:rPr lang="tr-TR" dirty="0"/>
              <a:t> can </a:t>
            </a:r>
            <a:r>
              <a:rPr lang="tr-TR" dirty="0" err="1"/>
              <a:t>have</a:t>
            </a:r>
            <a:r>
              <a:rPr lang="tr-TR" dirty="0"/>
              <a:t> </a:t>
            </a:r>
            <a:r>
              <a:rPr lang="tr-TR" dirty="0" err="1"/>
              <a:t>many</a:t>
            </a:r>
            <a:r>
              <a:rPr lang="tr-TR" dirty="0"/>
              <a:t> </a:t>
            </a:r>
            <a:r>
              <a:rPr lang="tr-TR" dirty="0" err="1"/>
              <a:t>employees</a:t>
            </a:r>
            <a:r>
              <a:rPr lang="tr-TR" dirty="0"/>
              <a:t>.</a:t>
            </a:r>
          </a:p>
          <a:p>
            <a:r>
              <a:rPr lang="tr-TR" dirty="0"/>
              <a:t>An </a:t>
            </a:r>
            <a:r>
              <a:rPr lang="tr-TR" dirty="0" err="1"/>
              <a:t>employee</a:t>
            </a:r>
            <a:r>
              <a:rPr lang="tr-TR" dirty="0"/>
              <a:t> can be in </a:t>
            </a:r>
            <a:r>
              <a:rPr lang="tr-TR" dirty="0" err="1"/>
              <a:t>many</a:t>
            </a:r>
            <a:r>
              <a:rPr lang="tr-TR" dirty="0"/>
              <a:t> </a:t>
            </a:r>
            <a:r>
              <a:rPr lang="tr-TR" dirty="0" err="1"/>
              <a:t>orders</a:t>
            </a:r>
            <a:r>
              <a:rPr lang="tr-TR" dirty="0"/>
              <a:t> but an </a:t>
            </a:r>
            <a:r>
              <a:rPr lang="tr-TR" dirty="0" err="1"/>
              <a:t>order</a:t>
            </a:r>
            <a:r>
              <a:rPr lang="tr-TR" dirty="0"/>
              <a:t> </a:t>
            </a:r>
            <a:r>
              <a:rPr lang="tr-TR" dirty="0" err="1"/>
              <a:t>includes</a:t>
            </a:r>
            <a:r>
              <a:rPr lang="tr-TR" dirty="0"/>
              <a:t> </a:t>
            </a:r>
            <a:r>
              <a:rPr lang="tr-TR" dirty="0" err="1"/>
              <a:t>one</a:t>
            </a:r>
            <a:r>
              <a:rPr lang="tr-TR" dirty="0"/>
              <a:t> </a:t>
            </a:r>
            <a:r>
              <a:rPr lang="tr-TR" dirty="0" err="1"/>
              <a:t>employee</a:t>
            </a:r>
            <a:r>
              <a:rPr lang="tr-TR" dirty="0"/>
              <a:t>.</a:t>
            </a:r>
          </a:p>
          <a:p>
            <a:r>
              <a:rPr lang="tr-TR" dirty="0" err="1"/>
              <a:t>Customer</a:t>
            </a:r>
            <a:r>
              <a:rPr lang="tr-TR" dirty="0"/>
              <a:t> </a:t>
            </a:r>
            <a:r>
              <a:rPr lang="tr-TR" dirty="0" err="1"/>
              <a:t>have</a:t>
            </a:r>
            <a:r>
              <a:rPr lang="tr-TR" dirty="0"/>
              <a:t> a </a:t>
            </a:r>
            <a:r>
              <a:rPr lang="tr-TR" dirty="0" err="1"/>
              <a:t>code</a:t>
            </a:r>
            <a:r>
              <a:rPr lang="tr-TR" dirty="0"/>
              <a:t>, name, </a:t>
            </a:r>
            <a:r>
              <a:rPr lang="tr-TR" dirty="0" err="1"/>
              <a:t>company</a:t>
            </a:r>
            <a:r>
              <a:rPr lang="tr-TR" dirty="0"/>
              <a:t> name,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phone</a:t>
            </a:r>
            <a:r>
              <a:rPr lang="tr-TR" dirty="0"/>
              <a:t> </a:t>
            </a:r>
            <a:r>
              <a:rPr lang="tr-TR" dirty="0" err="1"/>
              <a:t>number</a:t>
            </a:r>
            <a:r>
              <a:rPr lang="tr-TR" dirty="0"/>
              <a:t> </a:t>
            </a:r>
            <a:r>
              <a:rPr lang="tr-TR" dirty="0" err="1"/>
              <a:t>information</a:t>
            </a:r>
            <a:r>
              <a:rPr lang="tr-TR" dirty="0"/>
              <a:t>.</a:t>
            </a:r>
          </a:p>
          <a:p>
            <a:r>
              <a:rPr lang="tr-TR" dirty="0"/>
              <a:t>A </a:t>
            </a:r>
            <a:r>
              <a:rPr lang="tr-TR" dirty="0" err="1"/>
              <a:t>customer</a:t>
            </a:r>
            <a:r>
              <a:rPr lang="tr-TR" dirty="0"/>
              <a:t> can be in </a:t>
            </a:r>
            <a:r>
              <a:rPr lang="tr-TR" dirty="0" err="1"/>
              <a:t>many</a:t>
            </a:r>
            <a:r>
              <a:rPr lang="tr-TR" dirty="0"/>
              <a:t> </a:t>
            </a:r>
            <a:r>
              <a:rPr lang="tr-TR" dirty="0" err="1"/>
              <a:t>orders</a:t>
            </a:r>
            <a:r>
              <a:rPr lang="tr-TR" dirty="0"/>
              <a:t> but an </a:t>
            </a:r>
            <a:r>
              <a:rPr lang="tr-TR" dirty="0" err="1"/>
              <a:t>order</a:t>
            </a:r>
            <a:r>
              <a:rPr lang="tr-TR" dirty="0"/>
              <a:t> </a:t>
            </a:r>
            <a:r>
              <a:rPr lang="tr-TR" dirty="0" err="1"/>
              <a:t>contains</a:t>
            </a:r>
            <a:r>
              <a:rPr lang="tr-TR" dirty="0"/>
              <a:t> </a:t>
            </a:r>
            <a:r>
              <a:rPr lang="tr-TR" dirty="0" err="1"/>
              <a:t>one</a:t>
            </a:r>
            <a:r>
              <a:rPr lang="tr-TR" dirty="0"/>
              <a:t> </a:t>
            </a:r>
            <a:r>
              <a:rPr lang="tr-TR" dirty="0" err="1"/>
              <a:t>customer</a:t>
            </a:r>
            <a:r>
              <a:rPr lang="tr-TR" dirty="0"/>
              <a:t>.</a:t>
            </a:r>
          </a:p>
          <a:p>
            <a:r>
              <a:rPr lang="tr-TR" dirty="0" err="1"/>
              <a:t>Orders</a:t>
            </a:r>
            <a:r>
              <a:rPr lang="tr-TR" dirty="0"/>
              <a:t> </a:t>
            </a:r>
            <a:r>
              <a:rPr lang="tr-TR" dirty="0" err="1"/>
              <a:t>have</a:t>
            </a:r>
            <a:r>
              <a:rPr lang="tr-TR" dirty="0"/>
              <a:t> a </a:t>
            </a:r>
            <a:r>
              <a:rPr lang="tr-TR" dirty="0" err="1"/>
              <a:t>code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date</a:t>
            </a:r>
            <a:r>
              <a:rPr lang="tr-TR" dirty="0"/>
              <a:t> </a:t>
            </a:r>
            <a:r>
              <a:rPr lang="tr-TR" dirty="0" err="1"/>
              <a:t>information</a:t>
            </a:r>
            <a:r>
              <a:rPr lang="tr-TR" dirty="0"/>
              <a:t>.</a:t>
            </a:r>
          </a:p>
          <a:p>
            <a:r>
              <a:rPr lang="tr-TR" dirty="0"/>
              <a:t>An </a:t>
            </a:r>
            <a:r>
              <a:rPr lang="tr-TR" dirty="0" err="1"/>
              <a:t>order</a:t>
            </a:r>
            <a:r>
              <a:rPr lang="tr-TR" dirty="0"/>
              <a:t> can </a:t>
            </a:r>
            <a:r>
              <a:rPr lang="tr-TR" dirty="0" err="1"/>
              <a:t>contains</a:t>
            </a:r>
            <a:r>
              <a:rPr lang="tr-TR" dirty="0"/>
              <a:t> </a:t>
            </a:r>
            <a:r>
              <a:rPr lang="tr-TR" dirty="0" err="1"/>
              <a:t>many</a:t>
            </a:r>
            <a:r>
              <a:rPr lang="tr-TR" dirty="0"/>
              <a:t> </a:t>
            </a:r>
            <a:r>
              <a:rPr lang="tr-TR" dirty="0" err="1"/>
              <a:t>products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a </a:t>
            </a:r>
            <a:r>
              <a:rPr lang="tr-TR" dirty="0" err="1"/>
              <a:t>product</a:t>
            </a:r>
            <a:r>
              <a:rPr lang="tr-TR" dirty="0"/>
              <a:t> can be in </a:t>
            </a:r>
            <a:r>
              <a:rPr lang="tr-TR" dirty="0" err="1"/>
              <a:t>many</a:t>
            </a:r>
            <a:r>
              <a:rPr lang="tr-TR" dirty="0"/>
              <a:t> </a:t>
            </a:r>
            <a:r>
              <a:rPr lang="tr-TR" dirty="0" err="1"/>
              <a:t>orders</a:t>
            </a:r>
            <a:r>
              <a:rPr lang="tr-TR" dirty="0"/>
              <a:t>.</a:t>
            </a:r>
          </a:p>
          <a:p>
            <a:r>
              <a:rPr lang="tr-TR" dirty="0"/>
              <a:t>A </a:t>
            </a:r>
            <a:r>
              <a:rPr lang="tr-TR" dirty="0" err="1"/>
              <a:t>products</a:t>
            </a:r>
            <a:r>
              <a:rPr lang="tr-TR" dirty="0"/>
              <a:t> </a:t>
            </a:r>
            <a:r>
              <a:rPr lang="tr-TR" dirty="0" err="1"/>
              <a:t>quantity</a:t>
            </a:r>
            <a:r>
              <a:rPr lang="tr-TR" dirty="0"/>
              <a:t> in an </a:t>
            </a:r>
            <a:r>
              <a:rPr lang="tr-TR" dirty="0" err="1"/>
              <a:t>order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total </a:t>
            </a:r>
            <a:r>
              <a:rPr lang="tr-TR" dirty="0" err="1"/>
              <a:t>price</a:t>
            </a:r>
            <a:r>
              <a:rPr lang="tr-TR" dirty="0"/>
              <a:t> of </a:t>
            </a:r>
            <a:r>
              <a:rPr lang="tr-TR" dirty="0" err="1"/>
              <a:t>order</a:t>
            </a:r>
            <a:r>
              <a:rPr lang="tr-TR" dirty="0"/>
              <a:t> </a:t>
            </a:r>
            <a:r>
              <a:rPr lang="tr-TR" dirty="0" err="1"/>
              <a:t>should</a:t>
            </a:r>
            <a:r>
              <a:rPr lang="tr-TR" dirty="0"/>
              <a:t> be </a:t>
            </a:r>
            <a:r>
              <a:rPr lang="tr-TR" dirty="0" err="1"/>
              <a:t>recorded</a:t>
            </a:r>
            <a:r>
              <a:rPr lang="tr-T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79061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236B20B-E273-5A58-8C40-15458E2CC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Functions</a:t>
            </a:r>
            <a:r>
              <a:rPr lang="tr-TR" dirty="0"/>
              <a:t>/</a:t>
            </a:r>
            <a:r>
              <a:rPr lang="tr-TR" dirty="0" err="1"/>
              <a:t>Store</a:t>
            </a:r>
            <a:r>
              <a:rPr lang="tr-TR" dirty="0"/>
              <a:t> </a:t>
            </a:r>
            <a:r>
              <a:rPr lang="tr-TR" dirty="0" err="1"/>
              <a:t>Procedures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5928E40-B08C-CA41-CC2A-3FA989ACB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1629"/>
            <a:ext cx="10515600" cy="4675334"/>
          </a:xfrm>
        </p:spPr>
        <p:txBody>
          <a:bodyPr>
            <a:normAutofit/>
          </a:bodyPr>
          <a:lstStyle/>
          <a:p>
            <a:r>
              <a:rPr lang="tr-TR" dirty="0" err="1"/>
              <a:t>Procedure:Adding</a:t>
            </a:r>
            <a:r>
              <a:rPr lang="tr-TR" dirty="0"/>
              <a:t> </a:t>
            </a:r>
            <a:r>
              <a:rPr lang="tr-TR" dirty="0" err="1"/>
              <a:t>new</a:t>
            </a:r>
            <a:r>
              <a:rPr lang="tr-TR" dirty="0"/>
              <a:t> </a:t>
            </a:r>
            <a:r>
              <a:rPr lang="tr-TR" dirty="0" err="1"/>
              <a:t>customers</a:t>
            </a:r>
            <a:r>
              <a:rPr lang="tr-TR" dirty="0"/>
              <a:t> :</a:t>
            </a:r>
            <a:r>
              <a:rPr lang="tr-TR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CALL </a:t>
            </a:r>
            <a:r>
              <a:rPr lang="tr-TR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add_customer</a:t>
            </a:r>
            <a:r>
              <a:rPr lang="tr-TR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(20::</a:t>
            </a:r>
            <a:r>
              <a:rPr lang="tr-TR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SMALLINT,'Joe</a:t>
            </a:r>
            <a:r>
              <a:rPr lang="tr-TR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Hart', 'X INC','05540124563’);</a:t>
            </a:r>
          </a:p>
          <a:p>
            <a:r>
              <a:rPr lang="tr-TR" dirty="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Function:Showing</a:t>
            </a:r>
            <a:r>
              <a:rPr lang="tr-TR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tr-TR" dirty="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products</a:t>
            </a:r>
            <a:r>
              <a:rPr lang="tr-TR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tr-TR" dirty="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order</a:t>
            </a:r>
            <a:r>
              <a:rPr lang="tr-TR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tr-TR" dirty="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by</a:t>
            </a:r>
            <a:r>
              <a:rPr lang="tr-TR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tr-TR" dirty="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stockquantity:</a:t>
            </a:r>
            <a:r>
              <a:rPr lang="tr-TR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SELECT</a:t>
            </a:r>
            <a:r>
              <a:rPr lang="tr-TR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* FROM </a:t>
            </a:r>
            <a:r>
              <a:rPr lang="tr-TR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get_product_stock</a:t>
            </a:r>
            <a:r>
              <a:rPr lang="tr-TR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();</a:t>
            </a:r>
          </a:p>
          <a:p>
            <a:r>
              <a:rPr lang="tr-TR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Function:Adding</a:t>
            </a:r>
            <a:r>
              <a:rPr lang="tr-TR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tr-TR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stock</a:t>
            </a:r>
            <a:r>
              <a:rPr lang="tr-TR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tr-TR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quantity</a:t>
            </a:r>
            <a:r>
              <a:rPr lang="tr-TR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</a:t>
            </a:r>
            <a:r>
              <a:rPr lang="tr-TR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if</a:t>
            </a:r>
            <a:r>
              <a:rPr lang="tr-TR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tr-TR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product</a:t>
            </a:r>
            <a:r>
              <a:rPr lang="tr-TR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tr-TR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doesnt</a:t>
            </a:r>
            <a:r>
              <a:rPr lang="tr-TR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tr-TR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exist</a:t>
            </a:r>
            <a:r>
              <a:rPr lang="tr-TR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tr-TR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creates</a:t>
            </a:r>
            <a:r>
              <a:rPr lang="tr-TR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a </a:t>
            </a:r>
            <a:r>
              <a:rPr lang="tr-TR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new</a:t>
            </a:r>
            <a:r>
              <a:rPr lang="tr-TR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tr-TR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product</a:t>
            </a:r>
            <a:r>
              <a:rPr lang="tr-TR" dirty="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</a:t>
            </a:r>
            <a:r>
              <a:rPr lang="tr-TR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SELECT</a:t>
            </a:r>
            <a:r>
              <a:rPr lang="tr-TR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tr-TR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add_stock_quantity</a:t>
            </a:r>
            <a:r>
              <a:rPr lang="tr-TR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(1::SMALLINT, 135::SMALLINT, 10);</a:t>
            </a:r>
          </a:p>
          <a:p>
            <a:r>
              <a:rPr lang="tr-TR" dirty="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Function:Showing</a:t>
            </a:r>
            <a:r>
              <a:rPr lang="tr-TR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tr-TR" dirty="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employees</a:t>
            </a:r>
            <a:r>
              <a:rPr lang="tr-TR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tr-TR" dirty="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order</a:t>
            </a:r>
            <a:r>
              <a:rPr lang="tr-TR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tr-TR" dirty="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by</a:t>
            </a:r>
            <a:r>
              <a:rPr lang="tr-TR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tr-TR" dirty="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salary:</a:t>
            </a:r>
            <a:r>
              <a:rPr lang="tr-TR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SELECT</a:t>
            </a:r>
            <a:r>
              <a:rPr lang="tr-TR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* FROM </a:t>
            </a:r>
            <a:r>
              <a:rPr lang="tr-TR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get_employees_sorted_by_salary</a:t>
            </a:r>
            <a:r>
              <a:rPr lang="tr-TR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();</a:t>
            </a:r>
            <a:endParaRPr lang="tr-TR" sz="32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tr-TR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tr-TR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endParaRPr lang="tr-TR" sz="20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tr-TR" sz="20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77409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9608E99-FB61-4843-14FE-93B311418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Triggers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7EF7EB4-90CF-9BE3-5B26-44F6031B61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Trigger</a:t>
            </a:r>
            <a:r>
              <a:rPr lang="tr-TR" dirty="0"/>
              <a:t> 1:In </a:t>
            </a:r>
            <a:r>
              <a:rPr lang="tr-TR" dirty="0" err="1"/>
              <a:t>orderdetails</a:t>
            </a:r>
            <a:r>
              <a:rPr lang="tr-TR" dirty="0"/>
              <a:t> </a:t>
            </a:r>
            <a:r>
              <a:rPr lang="tr-TR" dirty="0" err="1"/>
              <a:t>table</a:t>
            </a:r>
            <a:r>
              <a:rPr lang="tr-TR" dirty="0"/>
              <a:t> </a:t>
            </a:r>
            <a:r>
              <a:rPr lang="tr-TR" dirty="0" err="1"/>
              <a:t>calculates</a:t>
            </a:r>
            <a:r>
              <a:rPr lang="tr-TR" dirty="0"/>
              <a:t> total </a:t>
            </a:r>
            <a:r>
              <a:rPr lang="tr-TR" dirty="0" err="1"/>
              <a:t>price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order</a:t>
            </a:r>
            <a:r>
              <a:rPr lang="tr-TR" dirty="0"/>
              <a:t>.</a:t>
            </a:r>
          </a:p>
          <a:p>
            <a:r>
              <a:rPr lang="tr-TR" dirty="0" err="1"/>
              <a:t>Trigger</a:t>
            </a:r>
            <a:r>
              <a:rPr lang="tr-TR" dirty="0"/>
              <a:t> 2:Updates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stock</a:t>
            </a:r>
            <a:r>
              <a:rPr lang="tr-TR" dirty="0"/>
              <a:t> </a:t>
            </a:r>
            <a:r>
              <a:rPr lang="tr-TR" dirty="0" err="1"/>
              <a:t>quantity</a:t>
            </a:r>
            <a:r>
              <a:rPr lang="tr-TR" dirty="0"/>
              <a:t> </a:t>
            </a:r>
            <a:r>
              <a:rPr lang="tr-TR" dirty="0" err="1"/>
              <a:t>when</a:t>
            </a:r>
            <a:r>
              <a:rPr lang="tr-TR" dirty="0"/>
              <a:t> a </a:t>
            </a:r>
            <a:r>
              <a:rPr lang="tr-TR" dirty="0" err="1"/>
              <a:t>new</a:t>
            </a:r>
            <a:r>
              <a:rPr lang="tr-TR" dirty="0"/>
              <a:t> </a:t>
            </a:r>
            <a:r>
              <a:rPr lang="tr-TR" dirty="0" err="1"/>
              <a:t>order</a:t>
            </a:r>
            <a:r>
              <a:rPr lang="tr-TR" dirty="0"/>
              <a:t> is </a:t>
            </a:r>
            <a:r>
              <a:rPr lang="tr-TR" dirty="0" err="1"/>
              <a:t>entered</a:t>
            </a:r>
            <a:r>
              <a:rPr lang="tr-TR" dirty="0"/>
              <a:t>.</a:t>
            </a:r>
          </a:p>
          <a:p>
            <a:r>
              <a:rPr lang="tr-TR" dirty="0" err="1"/>
              <a:t>Trigger</a:t>
            </a:r>
            <a:r>
              <a:rPr lang="tr-TR" dirty="0"/>
              <a:t> 3:It </a:t>
            </a:r>
            <a:r>
              <a:rPr lang="tr-TR" dirty="0" err="1"/>
              <a:t>calculates</a:t>
            </a:r>
            <a:r>
              <a:rPr lang="tr-TR" dirty="0"/>
              <a:t> a bonus </a:t>
            </a:r>
            <a:r>
              <a:rPr lang="tr-TR" dirty="0" err="1"/>
              <a:t>payment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employees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being</a:t>
            </a:r>
            <a:r>
              <a:rPr lang="tr-TR" dirty="0"/>
              <a:t> in an </a:t>
            </a:r>
            <a:r>
              <a:rPr lang="tr-TR" dirty="0" err="1"/>
              <a:t>order</a:t>
            </a:r>
            <a:r>
              <a:rPr lang="tr-TR" dirty="0"/>
              <a:t>.</a:t>
            </a:r>
          </a:p>
          <a:p>
            <a:r>
              <a:rPr lang="tr-TR" dirty="0" err="1"/>
              <a:t>Trigger</a:t>
            </a:r>
            <a:r>
              <a:rPr lang="tr-TR" dirty="0"/>
              <a:t> 4:When a </a:t>
            </a:r>
            <a:r>
              <a:rPr lang="tr-TR" dirty="0" err="1"/>
              <a:t>new</a:t>
            </a:r>
            <a:r>
              <a:rPr lang="tr-TR" dirty="0"/>
              <a:t> </a:t>
            </a:r>
            <a:r>
              <a:rPr lang="tr-TR" dirty="0" err="1"/>
              <a:t>order</a:t>
            </a:r>
            <a:r>
              <a:rPr lang="tr-TR" dirty="0"/>
              <a:t> is </a:t>
            </a:r>
            <a:r>
              <a:rPr lang="tr-TR" dirty="0" err="1"/>
              <a:t>entered</a:t>
            </a:r>
            <a:r>
              <a:rPr lang="tr-TR" dirty="0"/>
              <a:t> it </a:t>
            </a:r>
            <a:r>
              <a:rPr lang="tr-TR" dirty="0" err="1"/>
              <a:t>arranges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order</a:t>
            </a:r>
            <a:r>
              <a:rPr lang="tr-TR" dirty="0"/>
              <a:t> </a:t>
            </a:r>
            <a:r>
              <a:rPr lang="tr-TR" dirty="0" err="1"/>
              <a:t>date</a:t>
            </a:r>
            <a:r>
              <a:rPr lang="tr-TR" dirty="0"/>
              <a:t> </a:t>
            </a:r>
            <a:r>
              <a:rPr lang="tr-TR" dirty="0" err="1"/>
              <a:t>automatically</a:t>
            </a:r>
            <a:r>
              <a:rPr lang="tr-TR" dirty="0"/>
              <a:t>.</a:t>
            </a:r>
          </a:p>
          <a:p>
            <a:r>
              <a:rPr lang="tr-TR" dirty="0" err="1"/>
              <a:t>Trigger</a:t>
            </a:r>
            <a:r>
              <a:rPr lang="tr-TR"/>
              <a:t> 5</a:t>
            </a:r>
            <a:r>
              <a:rPr lang="tr-TR" dirty="0"/>
              <a:t>:When a </a:t>
            </a:r>
            <a:r>
              <a:rPr lang="tr-TR" dirty="0" err="1"/>
              <a:t>new</a:t>
            </a:r>
            <a:r>
              <a:rPr lang="tr-TR" dirty="0"/>
              <a:t> </a:t>
            </a:r>
            <a:r>
              <a:rPr lang="tr-TR" dirty="0" err="1"/>
              <a:t>product</a:t>
            </a:r>
            <a:r>
              <a:rPr lang="tr-TR" dirty="0"/>
              <a:t> </a:t>
            </a:r>
            <a:r>
              <a:rPr lang="tr-TR" dirty="0" err="1"/>
              <a:t>entered</a:t>
            </a:r>
            <a:r>
              <a:rPr lang="tr-TR" dirty="0"/>
              <a:t> it </a:t>
            </a:r>
            <a:r>
              <a:rPr lang="tr-TR" dirty="0" err="1"/>
              <a:t>writes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tables</a:t>
            </a:r>
            <a:r>
              <a:rPr lang="tr-TR" dirty="0"/>
              <a:t> </a:t>
            </a:r>
            <a:r>
              <a:rPr lang="tr-TR" dirty="0" err="1"/>
              <a:t>computer</a:t>
            </a:r>
            <a:r>
              <a:rPr lang="tr-TR" dirty="0"/>
              <a:t> </a:t>
            </a:r>
            <a:r>
              <a:rPr lang="tr-TR" dirty="0" err="1"/>
              <a:t>or</a:t>
            </a:r>
            <a:r>
              <a:rPr lang="tr-TR" dirty="0"/>
              <a:t> </a:t>
            </a:r>
            <a:r>
              <a:rPr lang="tr-TR" dirty="0" err="1"/>
              <a:t>telephone</a:t>
            </a:r>
            <a:r>
              <a:rPr lang="tr-TR" dirty="0"/>
              <a:t> it </a:t>
            </a:r>
            <a:r>
              <a:rPr lang="tr-TR" dirty="0" err="1"/>
              <a:t>enters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productID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related</a:t>
            </a:r>
            <a:r>
              <a:rPr lang="tr-TR" dirty="0"/>
              <a:t> </a:t>
            </a:r>
            <a:r>
              <a:rPr lang="tr-TR" dirty="0" err="1"/>
              <a:t>table</a:t>
            </a:r>
            <a:r>
              <a:rPr lang="tr-TR" dirty="0"/>
              <a:t> </a:t>
            </a:r>
            <a:r>
              <a:rPr lang="tr-TR" dirty="0" err="1"/>
              <a:t>automatically</a:t>
            </a:r>
            <a:r>
              <a:rPr lang="tr-T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87804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512</Words>
  <Application>Microsoft Office PowerPoint</Application>
  <PresentationFormat>Geniş ekran</PresentationFormat>
  <Paragraphs>34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6</vt:i4>
      </vt:variant>
    </vt:vector>
  </HeadingPairs>
  <TitlesOfParts>
    <vt:vector size="7" baseType="lpstr">
      <vt:lpstr>Office Teması</vt:lpstr>
      <vt:lpstr>Tuna Parlak B221202022  - tuna.parlak@ogr.sakarya.edu.tr   </vt:lpstr>
      <vt:lpstr>Introduction to Problem</vt:lpstr>
      <vt:lpstr>Business Rules</vt:lpstr>
      <vt:lpstr>PowerPoint Sunusu</vt:lpstr>
      <vt:lpstr>Functions/Store Procedures</vt:lpstr>
      <vt:lpstr>Triggers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tuna parlak</dc:creator>
  <cp:lastModifiedBy>tuna parlak</cp:lastModifiedBy>
  <cp:revision>3</cp:revision>
  <dcterms:created xsi:type="dcterms:W3CDTF">2024-12-21T22:31:26Z</dcterms:created>
  <dcterms:modified xsi:type="dcterms:W3CDTF">2026-01-12T17:32:13Z</dcterms:modified>
</cp:coreProperties>
</file>